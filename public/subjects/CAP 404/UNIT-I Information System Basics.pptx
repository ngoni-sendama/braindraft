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0" r:id="rId4"/>
    <p:sldId id="257" r:id="rId5"/>
    <p:sldId id="258" r:id="rId6"/>
    <p:sldId id="259" r:id="rId7"/>
    <p:sldId id="281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58EE-F54A-064A-F64A-928D8C93D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50A06-7BFA-B2FF-8476-C0F41237D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EC4A3-7A1E-EDC5-506E-3DF875D5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F7F62-A0CF-A86B-40A2-6A00FBDC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4AC65-9EE3-284C-D10B-2FB30A7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7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25C1-B3BC-8ACB-B890-DDF964CB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98964-8FAA-F906-6C2F-FB90F279D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4D2F5-9E3F-B1E7-1996-68F053C0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61D52-AE33-910B-256D-96516852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426A6-7D3F-D7BA-84C0-A1B057CF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769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10526-03C1-BFA4-6FCA-6C56F2571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19E98-48F3-B11F-BA33-054F62D67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05C2B-CF8F-AAE0-0F9E-36BEBC53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98619-F9D1-560A-E088-1CE5E2B20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8F525-332E-3979-79BA-2490522A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254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681C-BE3A-5892-2883-56012E6A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B8A2B-3024-CFD3-5075-192DF7CB9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53D01-BCA7-4914-EA59-83052EFF4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3BD86-4C04-5FF8-818A-0A2A7947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C2E17-D7F1-D67C-3094-C0E7DEC2E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F72B1-8418-E662-4924-F66FD41A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067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2326-2966-4DFA-0366-2BCA9027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FF295-076D-4909-40A0-45FC669CD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93E17-48C5-39E5-5CF5-2C9E81A4F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1CE46-F24B-5C55-527E-8FB0827EA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A316C-A29E-C444-E902-F404E30DC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D8015F-6CE5-646B-C3C4-998B30B9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2CDC9B-AB83-90E2-A744-916CDA6A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6EB559-BAD9-2E10-C659-17F3C419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87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175C-B0EE-C357-A584-8DCD3911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E1457-1576-6CF1-5D41-489A6AF7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79D8F-B943-9974-1C8F-573846E09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96B5F-24BE-39BD-8FFB-8F3B33A95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1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CA4D3-F5B1-1649-7EC6-97C588FC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127C2-5270-2F5A-5C0D-DB0E0845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3642A-2B27-8700-E842-CC78B31B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5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3D3D-C12D-E995-D9AE-F8CF09D1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82A21-CC58-FE5B-34A6-604EED252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21D84-AEB0-B7F0-E874-DDD4AEA02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F5B22-7AD6-9C44-CE29-544A48DD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714C6-B245-D101-EB3C-E7D7D8945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51E52-3503-DA6F-0183-0946732B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9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7DFD-8AE6-0DA0-20D9-18FCF3B3F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956293-3F77-0E70-BDE0-9F96411274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952A1-8EF6-DEF0-7423-A42EE2C58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FF649-88D7-E897-BE7F-876F6E05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3E225-1D9E-D668-D9F4-2D38BBA3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F6CF6-D53C-9BFB-84C3-300DADE9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96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E702-5064-D66D-FA16-C45E0EB0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2C6D0-07A2-0A75-FFF8-B4CBCCD25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1C65E-0742-F205-3ED8-D437B87BD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0646C-983A-22AB-9A0A-50812EA05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F7001-1F1D-E091-243A-D05D15CC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89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409C11-06CE-3CC3-FCDE-ABA3D89403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3E594-4C0D-F815-DF54-C4B25DACC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1F86F-EB8F-66F6-8D73-6D43C0FB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95D87-2901-54AF-6D06-5374B22B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FA731-9A18-470F-EEC3-E4B7EF4B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92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EFD76-9BBA-5FF0-36FA-ACCA91B8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71C94-CC16-5200-9074-62CEB16CE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5DC3C-75C7-B31A-1280-910E1FEAA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B5BC4-9084-4F92-8769-CD8B3D2575C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9377D-F62E-0B26-35DA-AD8C105A7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5C4C8-9112-5339-0D38-CDB2D905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3C9ED-C819-4679-A418-57B656FF0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81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80ABA-9D5F-EAF0-3C9F-10D3E630B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5749"/>
            <a:ext cx="12191999" cy="36004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UNIT-I</a:t>
            </a:r>
            <a:br>
              <a:rPr lang="en-US" b="1" dirty="0"/>
            </a:br>
            <a:r>
              <a:rPr lang="en-IN" b="1" dirty="0"/>
              <a:t>Introduction to information system</a:t>
            </a:r>
            <a:br>
              <a:rPr lang="en-IN" b="1" dirty="0"/>
            </a:br>
            <a:r>
              <a:rPr lang="en-US" b="1" dirty="0"/>
              <a:t>CAP404</a:t>
            </a:r>
            <a:br>
              <a:rPr lang="en-US" b="1" dirty="0"/>
            </a:br>
            <a:r>
              <a:rPr lang="en-IN" b="1" dirty="0"/>
              <a:t>INFORMATION SECURITY AND PRIVACY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8E7D3-759B-3266-5778-DA514BB8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806" y="3886199"/>
            <a:ext cx="11857704" cy="231795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SCHOOL OF COMPUTER APPLICATIONS</a:t>
            </a:r>
          </a:p>
          <a:p>
            <a:r>
              <a:rPr lang="en-US" dirty="0"/>
              <a:t>DOMAIN: AI &amp;ML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71725-4DEA-8846-304C-9A91188E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798" y="72843"/>
            <a:ext cx="3139712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4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99840-74C3-5617-27DE-84A60DEE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Information System(IS)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6CB5B-86D8-1793-F6AD-B662B5EE0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 system </a:t>
            </a:r>
            <a:r>
              <a:rPr lang="en-IN" b="1" dirty="0"/>
              <a:t>that collects, processes, stores, and shares information.</a:t>
            </a:r>
          </a:p>
          <a:p>
            <a:endParaRPr lang="en-IN" b="1" dirty="0"/>
          </a:p>
          <a:p>
            <a:r>
              <a:rPr lang="en-IN" dirty="0"/>
              <a:t>It helps organizations perform </a:t>
            </a:r>
            <a:r>
              <a:rPr lang="en-IN" b="1" dirty="0"/>
              <a:t>daily operations efficiently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It supports </a:t>
            </a:r>
            <a:r>
              <a:rPr lang="en-IN" b="1" dirty="0"/>
              <a:t>communication, decision-making, and problem solving</a:t>
            </a:r>
            <a:r>
              <a:rPr lang="en-IN" dirty="0"/>
              <a:t>.</a:t>
            </a:r>
          </a:p>
          <a:p>
            <a:endParaRPr lang="en-IN" b="1" dirty="0"/>
          </a:p>
          <a:p>
            <a:r>
              <a:rPr lang="en-IN" dirty="0"/>
              <a:t>IS helps </a:t>
            </a:r>
            <a:r>
              <a:rPr lang="en-IN" b="1" dirty="0"/>
              <a:t>improve efficiency, communication, and productivity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Examples: </a:t>
            </a:r>
            <a:r>
              <a:rPr lang="en-IN" dirty="0"/>
              <a:t>Banking systems, e-commerce websites, university management systems.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BB61A-5B8E-8AEE-20D1-8DD5D15DC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331" y="136289"/>
            <a:ext cx="3139712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86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EA1F-DBD2-8625-452F-B7224441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Basics of Information Systems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5FCE-BDAF-F669-A915-621E52AE2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b="1" dirty="0"/>
              <a:t>Input: </a:t>
            </a:r>
            <a:r>
              <a:rPr lang="en-IN" dirty="0"/>
              <a:t>Data is entered into the system from users, devices, or other sources.</a:t>
            </a:r>
          </a:p>
          <a:p>
            <a:pPr algn="just"/>
            <a:r>
              <a:rPr lang="en-IN" b="1" dirty="0"/>
              <a:t>Processing: </a:t>
            </a:r>
            <a:r>
              <a:rPr lang="en-IN" dirty="0"/>
              <a:t>The system processes the data using software and procedures.</a:t>
            </a:r>
          </a:p>
          <a:p>
            <a:pPr algn="just"/>
            <a:r>
              <a:rPr lang="en-IN" b="1" dirty="0"/>
              <a:t>Output: </a:t>
            </a:r>
            <a:r>
              <a:rPr lang="en-IN" dirty="0"/>
              <a:t>Processed information is presented as reports, charts, messages, or dashboards.</a:t>
            </a:r>
          </a:p>
          <a:p>
            <a:pPr algn="just"/>
            <a:r>
              <a:rPr lang="en-IN" b="1" dirty="0"/>
              <a:t>Storage: </a:t>
            </a:r>
            <a:r>
              <a:rPr lang="en-IN" dirty="0"/>
              <a:t>Information is stored in databases for future use and retrieval.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C172B-AE66-FF1C-C6DB-5D0E01A9C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288" y="136289"/>
            <a:ext cx="3139712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69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6EB98-ADB2-8C00-629A-A5BC134CF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58" y="1"/>
            <a:ext cx="10515600" cy="845574"/>
          </a:xfrm>
        </p:spPr>
        <p:txBody>
          <a:bodyPr/>
          <a:lstStyle/>
          <a:p>
            <a:r>
              <a:rPr lang="en-US" b="1" dirty="0"/>
              <a:t>Components of Information System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CFA30-A73D-1021-BBFE-6B78C9F03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D6557-FEE7-8730-1F32-AEDE4B612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" y="681037"/>
            <a:ext cx="12044516" cy="6277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5478F5-4198-34C4-CA4A-06DC0EB40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5460" y="17206"/>
            <a:ext cx="3139712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6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863C0-7AA8-DD20-4614-6C20B6E2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014E6-B264-26E7-F900-B785F8A53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151E3-885C-B83D-9AFF-8B1E2D416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157317"/>
            <a:ext cx="11739716" cy="6469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EBC1F4-1412-1929-F80F-DF1E3D4DE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660" y="0"/>
            <a:ext cx="3139712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8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49F7-C67B-D0C7-88EC-96698246C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80D6A0-E3DF-3C5E-A3C4-DAEA1A86C8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5125"/>
            <a:ext cx="11887200" cy="6492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2DF296-3B8F-8680-88A2-608F64570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944" y="-80684"/>
            <a:ext cx="3139712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93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1D99-2CBF-B952-AFEC-BC4D79FE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5A9D4F-6F96-1546-DE05-509BCCFEF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5125"/>
            <a:ext cx="12192000" cy="6369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40B72F-CA33-02B6-A25D-ABE4E9C82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488" y="-212293"/>
            <a:ext cx="3139712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08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41D3-F0D9-1618-BC8F-90F0F1FD0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FDF082-27C5-6CB5-3CED-0BA5EB309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890" y="481781"/>
            <a:ext cx="11610109" cy="6376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7D705E-5E8F-BD38-02B9-0209B7F82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288" y="-241789"/>
            <a:ext cx="3139712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6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FD48-79B9-3052-8BE0-B0761BCB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079D1-BC14-B570-F2D0-8C561429E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A03F1-EFA6-BF4B-B7F5-44A29DE80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97"/>
            <a:ext cx="11975690" cy="6857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A933CC-DDB6-E8A7-42E4-BA1FF6D71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996" y="-215621"/>
            <a:ext cx="3139712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10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DF89-2C6C-49B9-D27A-9DC41904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C5E0A-720B-ABD5-FB2A-9CC5FA2D6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1. Which component of an Information System primarily transforms raw data into meaningful information?</a:t>
            </a:r>
          </a:p>
          <a:p>
            <a:pPr marL="0" indent="0">
              <a:buNone/>
            </a:pPr>
            <a:r>
              <a:rPr lang="en-IN" dirty="0"/>
              <a:t>A. Hardware</a:t>
            </a:r>
          </a:p>
          <a:p>
            <a:pPr marL="0" indent="0">
              <a:buNone/>
            </a:pPr>
            <a:r>
              <a:rPr lang="en-IN" dirty="0"/>
              <a:t>B. People</a:t>
            </a:r>
          </a:p>
          <a:p>
            <a:pPr marL="0" indent="0">
              <a:buNone/>
            </a:pPr>
            <a:r>
              <a:rPr lang="en-IN" dirty="0"/>
              <a:t>C. Processing</a:t>
            </a:r>
          </a:p>
          <a:p>
            <a:pPr marL="0" indent="0">
              <a:buNone/>
            </a:pPr>
            <a:r>
              <a:rPr lang="en-IN" dirty="0"/>
              <a:t>D. Networks</a:t>
            </a:r>
          </a:p>
          <a:p>
            <a:pPr marL="0" indent="0">
              <a:buNone/>
            </a:pPr>
            <a:r>
              <a:rPr lang="en-IN" b="1" dirty="0"/>
              <a:t>2. A company implements a new ERP system but employees continue using manual records. This situation best represents:</a:t>
            </a:r>
          </a:p>
          <a:p>
            <a:pPr marL="0" indent="0">
              <a:buNone/>
            </a:pPr>
            <a:r>
              <a:rPr lang="en-IN" dirty="0"/>
              <a:t>A. Data redundancy</a:t>
            </a:r>
          </a:p>
          <a:p>
            <a:pPr marL="0" indent="0">
              <a:buNone/>
            </a:pPr>
            <a:r>
              <a:rPr lang="en-IN" dirty="0"/>
              <a:t>B. User resistance to change</a:t>
            </a:r>
          </a:p>
          <a:p>
            <a:pPr marL="0" indent="0">
              <a:buNone/>
            </a:pPr>
            <a:r>
              <a:rPr lang="en-IN" dirty="0"/>
              <a:t>C. System scalability</a:t>
            </a:r>
          </a:p>
          <a:p>
            <a:pPr marL="0" indent="0">
              <a:buNone/>
            </a:pPr>
            <a:r>
              <a:rPr lang="en-IN" dirty="0"/>
              <a:t>D. Network failure</a:t>
            </a:r>
          </a:p>
          <a:p>
            <a:pPr marL="0" indent="0">
              <a:buNone/>
            </a:pPr>
            <a:r>
              <a:rPr lang="en-IN" b="1" dirty="0"/>
              <a:t>3. Which Information System activity is most closely associated with ensuring long-term availability of organizational knowledge?</a:t>
            </a:r>
          </a:p>
          <a:p>
            <a:pPr marL="0" indent="0">
              <a:buNone/>
            </a:pPr>
            <a:r>
              <a:rPr lang="en-IN" dirty="0"/>
              <a:t>A. Input</a:t>
            </a:r>
          </a:p>
          <a:p>
            <a:pPr marL="0" indent="0">
              <a:buNone/>
            </a:pPr>
            <a:r>
              <a:rPr lang="en-IN" dirty="0"/>
              <a:t>B. Processing</a:t>
            </a:r>
          </a:p>
          <a:p>
            <a:pPr marL="0" indent="0">
              <a:buNone/>
            </a:pPr>
            <a:r>
              <a:rPr lang="en-IN" dirty="0"/>
              <a:t>C. Output</a:t>
            </a:r>
          </a:p>
          <a:p>
            <a:pPr marL="0" indent="0">
              <a:buNone/>
            </a:pPr>
            <a:r>
              <a:rPr lang="en-IN" dirty="0"/>
              <a:t>D. Storage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81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4276</TotalTime>
  <Words>244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UNIT-I Introduction to information system CAP404 INFORMATION SECURITY AND PRIVACY</vt:lpstr>
      <vt:lpstr>Information System(IS)</vt:lpstr>
      <vt:lpstr>Basics of Information Systems </vt:lpstr>
      <vt:lpstr>Components of Information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Sukhbeer Kaur</dc:creator>
  <cp:lastModifiedBy>Sukhbeer Kaur</cp:lastModifiedBy>
  <cp:revision>3</cp:revision>
  <dcterms:created xsi:type="dcterms:W3CDTF">2026-07-29T07:17:34Z</dcterms:created>
  <dcterms:modified xsi:type="dcterms:W3CDTF">2026-08-17T04:23:39Z</dcterms:modified>
</cp:coreProperties>
</file>